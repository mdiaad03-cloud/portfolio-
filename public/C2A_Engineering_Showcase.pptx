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Mohamed Diaa El-Din Samy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8A6FF"/>
                </a:solidFill>
              </a:rPr>
              <a:t>Full Stack Engineer &amp; Competitive Programmer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B949E"/>
                </a:solidFill>
              </a:rPr>
              <a:t>Showcasing C2A-LAP E-Commerce &amp; Next-Gen Portfolio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1: C2A-LAP E-Commerce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58A6FF"/>
                </a:solidFill>
              </a:rPr>
              <a:t>Architecture Overview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Built using the MERN Stack (MongoDB, Express, React, Node.js).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Features an Admin Dashboard &amp; User Storefront isolated by port mapping.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Robust API rate-limiting, Helmet security headers, and compression.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Seamless Excel auto-sync for offline accounting workflows.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Code Breakdown: Server Bootstrap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bootstrap()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initializeDb();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db = await getDb();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ports = [env.adminPort, env.storePort];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port of [...new Set(ports)])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app.listen(port, env.host,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console.log(`Server running on ${env.host}:${port}`);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</a:rPr>
              <a:t>Line-by-Line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1. Asynchronous initialization of MongoDB instance.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2. Dynamic port binding using ES6 Sets to prevent duplicate listeners.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3. Single Express instance serving multiple contexts (Admin/Storefront) simultaneously.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Code Breakdown: API Security &amp; Resilience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app.use(compression());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app.use(express.json({ limit: "5mb" }));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app.use("/api/auth/login", createApiRateLimiter({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15 * 60 * 1000,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20,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"Too many login attempts."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</a:rPr>
              <a:t>Line-by-Line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1. Helmet injects vital HTTP security headers (XSS, Clickjacking defense).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2. Compression reduces response payload sizes for faster client load times.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3. strict JSON payload limits prevent Denial of Service (DoS) attacks.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4. Targeted rate-limiting prevents brute-force credential stuffing.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2: Next-Gen Portfolio Website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FB950"/>
                </a:solidFill>
              </a:rPr>
              <a:t>Bento Grid Architecture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Transitioned from generic linear templates to an Apple-inspired Bento UI.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Engineered with React, Vite, and Tailwind CSS v4.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Fully data-driven components rendering complex UI from a single state file.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• Framer Motion orchestration for seamless scroll and viewport reveals.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Code Breakdown: Framer Motion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cardVariants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hidden: { opacity: 0, y: 30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visible: {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 1,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0,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transition: { duration: 0.6, ease: "easeOut" }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&lt;motion.div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variants={cardVariants}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initial="hidden"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whileInView="visible"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viewport={{ once: true, margin: "-50px"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className="col-span-1 md:col-span-2 glass rounded-3xl"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95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</a:rPr>
              <a:t>Line-by-Line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1. Precomputed animation variants reduce re-rendering overhead.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2. whileInView dynamically triggers complex physics animations specifically when the element intersects the DOM viewport.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3. Tailwind glass classes combined with CSS Grid spans orchestrate the complex masonry layout.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Engineering Philosophy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949E"/>
                </a:solidFill>
              </a:rPr>
              <a:t>"Writing code is easy. Architecting scalable, maintainable, and visually striking software is an art."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</a:rPr>
              <a:t>Thank You | github.com/mdiaad03-cloud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Badr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 Engineering Showcase</dc:title>
  <dc:subject>Project Showcase</dc:subject>
  <dc:creator>Mohamed Diaa El-Din Samy</dc:creator>
  <cp:lastModifiedBy>Mohamed Diaa El-Din Samy</cp:lastModifiedBy>
  <cp:revision>1</cp:revision>
  <dcterms:created xsi:type="dcterms:W3CDTF">2026-05-01T12:54:40Z</dcterms:created>
  <dcterms:modified xsi:type="dcterms:W3CDTF">2026-05-01T12:54:40Z</dcterms:modified>
</cp:coreProperties>
</file>